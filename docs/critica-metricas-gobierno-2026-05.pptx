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POPULICOM · ECO · DOCUMENTO INTERNO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9659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«Métricas enfocadas en gobierno»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154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crítica del cliente, puesta a prueba con datos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conviene cambiar, qué no — y por qué.  </a:t>
            </a:r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veredicto sale de los números, no de la opinión.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de 482 días reales de DDECPR  ·  15 días de crisis (ground truth)  ·  mayo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crítica acierta el diagnóstico; falla en varios remedios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1672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128016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514600" y="176479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la pena (barato o respaldado por datos)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514600" y="2167128"/>
            <a:ext cx="8915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Renombrar Brand Health → Institutional Health Index, reencuadrar NSS y Polarización, y cambiar el motor del BHI por un ESS relativo a baseline — su mejor idea.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1091672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154680"/>
            <a:ext cx="128016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5760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DC26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514600" y="331927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conviene — los números lo refutan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514600" y="3721608"/>
            <a:ext cx="8915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taxonomía de baselines pre-horneada (propone +18; el real es +38/+55) y el multiplicador de crisis (cae en el borde de banda y solo repite a Crisis Risk).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91672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709160"/>
            <a:ext cx="128016" cy="1371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21208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D9770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514600" y="4873752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valioso es construcción nueva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514600" y="5276088"/>
            <a:ext cx="8915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Ownership y Escalation Risk responden las preguntas de gobierno que hoy no cubrimos. Son proyectos, no reajustes de pesos.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· PopuliCom · documento interno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PEDIDO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pide el documento: ocho cambios</a:t>
            </a:r>
            <a:endParaRPr lang="en-US" sz="2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8165592"/>
                <a:gridCol w="22860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Cambio solicitado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Naturaleza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NSS como “temperatura de la conversación”, siempre junto a Polarización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Framing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Polarización: nunca cruda, siempre cruzada con NSS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Framing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Crisis Risk: mantener tal cual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Sin cambio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Renombrar Brand Health → Institutional Health Index (IHI)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Nombre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Reescribir el motor del índice (ESS, IRS, NCS, QVS)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Fórmula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Baselines de NSS por “tipo de agencia” (taxonomía de 5 tipos)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Metodología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Multiplicador de crisis: min(IHI, 40) si hay crisis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Fórmula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</a:rPr>
                        <a:t>Métricas nuevas: Issue Ownership + Escalation Risk</a:t>
                      </a:r>
                      <a:endParaRPr lang="en-US" sz="13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Nuevas</a:t>
                      </a:r>
                      <a:endParaRPr lang="en-US" sz="1200" dirty="0"/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· PopuliCom · documento interno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lo evaluamos: con la data, no con opiniones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Corrimos su lógica exacta sobre data real.</a:t>
            </a:r>
            <a:endParaRPr lang="en-US" sz="15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fórmula y cada baseline que propone los implementamos tal cual y los pasamos por los 482 snapshots diarios de DDECPR.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juez que blindó las fórmulas en mayo.</a:t>
            </a:r>
            <a:endParaRPr lang="en-US" sz="15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de crisis idéntica: neg ≥ 30  o  (neg ≥ 40% y total ≥ 20).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único y justo.</a:t>
            </a:r>
            <a:endParaRPr lang="en-US" sz="1500" dirty="0"/>
          </a:p>
          <a:p>
            <a:pPr lvl="1"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número favorece el cambio, sí. Si no, no. Sin importar de quién venga la idea.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60920" y="1737360"/>
            <a:ext cx="4279392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60920" y="1737360"/>
            <a:ext cx="118872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635240" y="184708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482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9372600" y="19202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días-snapshot de DDECPR analizados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60920" y="3108960"/>
            <a:ext cx="4279392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60920" y="3108960"/>
            <a:ext cx="118872" cy="1234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7635240" y="321868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9372600" y="32918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crisis reales (3.1%) como verdad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60920" y="4480560"/>
            <a:ext cx="4279392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60920" y="4480560"/>
            <a:ext cx="118872" cy="12344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7635240" y="459028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9372600" y="46634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reproducible — el mismo de mayo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· PopuliCom · documento interno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veredicto, en una página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645920"/>
                <a:gridCol w="52395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Cambio</a:t>
                      </a:r>
                      <a:endParaRPr lang="en-US" sz="13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Veredicto</a:t>
                      </a:r>
                      <a:endParaRPr lang="en-US" sz="13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Por qué (el número manda)</a:t>
                      </a:r>
                      <a:endParaRPr lang="en-US" sz="13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</a:rPr>
                        <a:t>NSS como “temperatura” + Polarización</a:t>
                      </a:r>
                      <a:endParaRPr lang="en-US" sz="12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SÍ</a:t>
                      </a:r>
                      <a:endParaRPr lang="en-US" sz="11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Framing; ya lo aprendimos en el backtest</a:t>
                      </a:r>
                      <a:endParaRPr lang="en-US" sz="12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</a:rPr>
                        <a:t>Polarización siempre cruzada con NSS</a:t>
                      </a:r>
                      <a:endParaRPr lang="en-US" sz="12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SÍ</a:t>
                      </a:r>
                      <a:endParaRPr lang="en-US" sz="11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Acordado; 14-abr 70% vs 13-abr 45%</a:t>
                      </a:r>
                      <a:endParaRPr lang="en-US" sz="12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</a:rPr>
                        <a:t>Crisis Risk: mantener</a:t>
                      </a:r>
                      <a:endParaRPr lang="en-US" sz="12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SÍ</a:t>
                      </a:r>
                      <a:endParaRPr lang="en-US" sz="11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F1 0.79 · recall 1.00 · 0 falsos neg.</a:t>
                      </a:r>
                      <a:endParaRPr lang="en-US" sz="12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</a:rPr>
                        <a:t>Renombrar BHI → IHI</a:t>
                      </a:r>
                      <a:endParaRPr lang="en-US" sz="12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SÍ</a:t>
                      </a:r>
                      <a:endParaRPr lang="en-US" sz="11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Conceptual, bajo retrabajo</a:t>
                      </a:r>
                      <a:endParaRPr lang="en-US" sz="12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</a:rPr>
                        <a:t>ESS como nuevo motor del índice</a:t>
                      </a:r>
                      <a:endParaRPr lang="en-US" sz="12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SÍ*</a:t>
                      </a:r>
                      <a:endParaRPr lang="en-US" sz="11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Separa crisis 29 vs normal 100; BHI no</a:t>
                      </a:r>
                      <a:endParaRPr lang="en-US" sz="12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</a:rPr>
                        <a:t>Baselines por “tipo de agencia”</a:t>
                      </a:r>
                      <a:endParaRPr lang="en-US" sz="12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DDECPR real +55, no el +18 del “Tipo 2”</a:t>
                      </a:r>
                      <a:endParaRPr lang="en-US" sz="12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</a:rPr>
                        <a:t>Multiplicador de crisis min(IHI,40)</a:t>
                      </a:r>
                      <a:endParaRPr lang="en-US" sz="12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NO</a:t>
                      </a:r>
                      <a:endParaRPr lang="en-US" sz="11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0/15 llegan a “Crítico”; redundante</a:t>
                      </a:r>
                      <a:endParaRPr lang="en-US" sz="12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</a:rPr>
                        <a:t>Issue Ownership + Escalation Risk</a:t>
                      </a:r>
                      <a:endParaRPr lang="en-US" sz="12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SÍ*</a:t>
                      </a:r>
                      <a:endParaRPr lang="en-US" sz="11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Lo más fuerte, pero es build nuevo</a:t>
                      </a:r>
                      <a:endParaRPr lang="en-US" sz="12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996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SÍ con corrección: aceptar la idea, no los números/forma que propuso.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· PopuliCom · documento interno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crítica acierta: el BHI tiene rango pobre</a:t>
            </a:r>
            <a:endParaRPr lang="en-US" sz="2500" dirty="0"/>
          </a:p>
        </p:txBody>
      </p:sp>
      <p:pic>
        <p:nvPicPr>
          <p:cNvPr id="4" name="Image 0" descr="/tmp/eco-deck-charts/03_range_two_day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9512" y="1874520"/>
            <a:ext cx="6400800" cy="35910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920240"/>
            <a:ext cx="427939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día de la crisis (14-abr, NSS −57) y el día del triunfo Amgen (4-may, NSS +66) dan un BHI casi idéntico: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  vs  0.55.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índice de “salud” que no separa una catástrofe de un triunfo no le dice nada útil al ejecutivo.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real y vale corregirlo — le damos la razón en el diagnóstico.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· PopuliCom · documento interno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1 (CONT.)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como banda aislada, engaña en crisis</a:t>
            </a:r>
            <a:endParaRPr lang="en-US" sz="2500" dirty="0"/>
          </a:p>
        </p:txBody>
      </p:sp>
      <p:pic>
        <p:nvPicPr>
          <p:cNvPr id="4" name="Image 0" descr="/tmp/eco-deck-charts/02_crisis_days_b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400800" cy="32082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60920" y="1920240"/>
            <a:ext cx="427939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15 días de crisis reales, el BHI solo marca 2 como “Crítico”.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otros 13 quedan en bandas tranquilizadoras: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“Débil”,  4 “Sano”,  1 “Fuerte”.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mire solo el número de salud no ve la crisis que está ocurriendo. El crítico tiene razón en que, solo, comunica mal.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· PopuliCom · documento interno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MATIZ CLAVE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Pero detectar crisis no es trabajo del BHI</a:t>
            </a:r>
            <a:endParaRPr lang="en-US" sz="2500" dirty="0"/>
          </a:p>
        </p:txBody>
      </p:sp>
      <p:pic>
        <p:nvPicPr>
          <p:cNvPr id="4" name="Image 0" descr="/tmp/eco-deck-charts/06_det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400800" cy="35045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60920" y="1920240"/>
            <a:ext cx="427939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tenemos un detector de crisis y funciona casi perfecto: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Risk V2 — F1 0.79, recall 1.00, 0 falsos negativos.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BHI como detector llega a F1 ≤ 0.27: nunca será un buen detector, por diseño.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YA grita crisis — con la métrica correcta. El índice de salud debe medir salud sostenida, no replicar la alarma.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· PopuliCom · documento interno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“multiplicador de crisis” no es el remedio</a:t>
            </a:r>
            <a:endParaRPr lang="en-US" sz="2500" dirty="0"/>
          </a:p>
        </p:txBody>
      </p:sp>
      <p:pic>
        <p:nvPicPr>
          <p:cNvPr id="4" name="Image 0" descr="/tmp/eco-deck-charts/05_multipl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9512" y="1874520"/>
            <a:ext cx="6400800" cy="37084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920240"/>
            <a:ext cx="427939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fórmula min(IHI, 40) cae justo en el borde de banda: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de 15 días de crisis llegan a “Crítico”.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 golpearía 8 días normales (los falsos positivos de Crisis Risk).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es redundante: solo repite la señal de Crisis Risk que ya mostramos al lado.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Veredicto: NO como se especifica.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· PopuliCom · documento interno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 mejor idea: el ESS (estabilidad vs baseline)</a:t>
            </a:r>
            <a:endParaRPr lang="en-US" sz="2500" dirty="0"/>
          </a:p>
        </p:txBody>
      </p:sp>
      <p:pic>
        <p:nvPicPr>
          <p:cNvPr id="4" name="Image 0" descr="/tmp/eco-deck-charts/01_bhi_vs_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577" y="1600200"/>
            <a:ext cx="8891797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8704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ESS colapsa a ~29 en crisis vs ~100 en días normales — separa lo que el BHI confunde.  </a:t>
            </a:r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Recomendación: adoptar el ESS como motor del IHI. Resuelve el rango pobre sin necesidad de multiplicador.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· PopuliCom · documento interno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baseline +18 lo refuta su propia metodología</a:t>
            </a:r>
            <a:endParaRPr lang="en-US" sz="2500" dirty="0"/>
          </a:p>
        </p:txBody>
      </p:sp>
      <p:pic>
        <p:nvPicPr>
          <p:cNvPr id="4" name="Image 0" descr="/tmp/eco-deck-charts/04_baseline_n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9512" y="1874520"/>
            <a:ext cx="6400800" cy="30311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920240"/>
            <a:ext cx="427939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Corrimos su código exacto sobre la data real de DDECPR. El baseline NSS sale: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 (ponderado por volumen)  a  +55 (mediana diaria).  Nunca +18.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Ancló su +18 en el único mes que vio — el de la crisis — no representativo.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su regla para excluir “picos institucionales” nunca dispara: mean + 2σ = 109 &gt; 100, matemáticamente imposible.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· PopuliCom · documento interno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 DEL BASELINE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empírico SÍ; taxonomía de 5 tipos NO (todavía)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58384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358384" cy="1280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empírico por agencia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Calcularlo desde la data de cada agencia y co-validarlo con el cliente.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método tri-fuente (histórico + comparativo + normativo) es bueno.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DDECPR el punto de partida sería +38/+55 ±30, no +18.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81928" y="1691640"/>
            <a:ext cx="5358384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81928" y="1691640"/>
            <a:ext cx="5358384" cy="12801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6601968" y="196596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DC26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01968" y="24688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tabla universal de 5 tipos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01968" y="324612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Refutada en la única agencia que tenemos bien medida (DDECPR).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tenemos 2 agencias con data: imposible validar 5 perfiles.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regla de exclusión de picos está rota (nunca dispara).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· PopuliCom · documento interno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NOTA DE JUSTICIA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Trabaja con una versión vieja de ECO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5838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94A3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128016" cy="3108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Asume PCRI en escala 0–3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fórmulas usan “PCRI ≥ 1.5”. Ya migramos Crisis Risk a escala 0–1 (umbral 0.25). Varias de sus fórmulas no encajan tal cual sin re-escalarlas.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81928" y="1737360"/>
            <a:ext cx="535838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8100000">
              <a:srgbClr val="94A3B8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81928" y="1737360"/>
            <a:ext cx="128016" cy="3108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6601968" y="1965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“El BHI bajó de 0.71 a 0.51”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01968" y="27889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Confunde el antes/después de NUESTRO propio bugfix: 0.714 era la variante con bug; 0.527 es la fórmula ya deployada. No es evidencia de una falla actual.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5120640"/>
            <a:ext cx="11091672" cy="731520"/>
          </a:xfrm>
          <a:prstGeom prst="rect">
            <a:avLst/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esto invalida sus buenas ideas — explica por qué hay que traducirlas a la versión real del sistema antes de implementarlas.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· PopuliCom · documento interno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GENUINAMENTE NUEVO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preguntas de gobierno que hoy no respondemos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58384" cy="3246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358384" cy="1280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 Ownership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39572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“¿La conversación es sobre mi mandato?”  (core / adyacente / ajeno)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tenemos topics + mention_topics; falta clasificar el mandate-tier de cada tópico. Construible.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81928" y="1691640"/>
            <a:ext cx="5358384" cy="3246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81928" y="1691640"/>
            <a:ext cx="5358384" cy="12801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601968" y="1938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Escalation Risk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01968" y="239572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“¿La negatividad viene de prensa tier-1 o legisladores?”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01968" y="338328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tenemos pageType, domain y reach por mención; falta curar las listas de medios tier-1 y legisladores. Construible.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52120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lo que NSS y BHI no contestan. Pero son builds, no reajustes — y no se pueden backtestear hoy (no hay features históricas).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· PopuliCom · documento interno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Veredicto consolidado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11296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511296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91640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barato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29626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Renombrar a IHI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NSS como “temperatura”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Polarización × NSS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salud + crisis juntas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4256" y="1691640"/>
            <a:ext cx="3511296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34256" y="1691640"/>
            <a:ext cx="3511296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4334256" y="1691640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con corrección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08576" y="2423160"/>
            <a:ext cx="29626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 como motor del IHI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empírico por agencia (no +18)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IHI completo (4 comp.) más adelante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9016" y="1691640"/>
            <a:ext cx="3511296" cy="42062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29016" y="1691640"/>
            <a:ext cx="3511296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8129016" y="1691640"/>
            <a:ext cx="3511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03336" y="2423160"/>
            <a:ext cx="2962656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universal de 5 tipos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Multiplicador min(IHI, 40)</a:t>
            </a:r>
            <a:endParaRPr lang="en-US" sz="13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Asumir PCRI en escala 0–3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· PopuliCom · documento interno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Backlog con estimados</a:t>
            </a:r>
            <a:endParaRPr lang="en-US" sz="2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011680"/>
                <a:gridCol w="2404872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Iniciativa (solo las aceptadas)</a:t>
                      </a:r>
                      <a:endParaRPr lang="en-US" sz="13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Esfuerzo</a:t>
                      </a:r>
                      <a:endParaRPr lang="en-US" sz="12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Depende de</a:t>
                      </a:r>
                      <a:endParaRPr lang="en-US" sz="13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¿Backtest?</a:t>
                      </a:r>
                      <a:endParaRPr lang="en-US" sz="12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</a:rPr>
                        <a:t>Rename → IHI + reencuadre NSS/Polarización</a:t>
                      </a:r>
                      <a:endParaRPr lang="en-US" sz="12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 · 2–3 d</a:t>
                      </a:r>
                      <a:endParaRPr lang="en-US" sz="11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</a:rPr>
                        <a:t>Mostrar salud + crisis juntas (dashboard + email)</a:t>
                      </a:r>
                      <a:endParaRPr lang="en-US" sz="12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 · 1–2 d</a:t>
                      </a:r>
                      <a:endParaRPr lang="en-US" sz="11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n/a</a:t>
                      </a:r>
                      <a:endParaRPr lang="en-US" sz="12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</a:rPr>
                        <a:t>Baseline empírico DDECPR (cálculo + co-validación)</a:t>
                      </a:r>
                      <a:endParaRPr lang="en-US" sz="12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 · 2–3 d</a:t>
                      </a:r>
                      <a:endParaRPr lang="en-US" sz="11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data lista</a:t>
                      </a:r>
                      <a:endParaRPr lang="en-US" sz="12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sí</a:t>
                      </a:r>
                      <a:endParaRPr lang="en-US" sz="12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</a:rPr>
                        <a:t>ESS como motor del IHI + reporte paralelo</a:t>
                      </a:r>
                      <a:endParaRPr lang="en-US" sz="12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 · 1–2 sem</a:t>
                      </a:r>
                      <a:endParaRPr lang="en-US" sz="11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baseline</a:t>
                      </a:r>
                      <a:endParaRPr lang="en-US" sz="12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sí</a:t>
                      </a:r>
                      <a:endParaRPr lang="en-US" sz="12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</a:rPr>
                        <a:t>Issue Ownership (Narrative Control Score)</a:t>
                      </a:r>
                      <a:endParaRPr lang="en-US" sz="12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 · 2–3 sem</a:t>
                      </a:r>
                      <a:endParaRPr lang="en-US" sz="11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clasificar tópicos</a:t>
                      </a:r>
                      <a:endParaRPr lang="en-US" sz="12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parcial</a:t>
                      </a:r>
                      <a:endParaRPr lang="en-US" sz="12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</a:rPr>
                        <a:t>Escalation Risk Score</a:t>
                      </a:r>
                      <a:endParaRPr lang="en-US" sz="12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M–L · 3–4 sem</a:t>
                      </a:r>
                      <a:endParaRPr lang="en-US" sz="11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listas tier-1/legisl.</a:t>
                      </a:r>
                      <a:endParaRPr lang="en-US" sz="12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parcial</a:t>
                      </a:r>
                      <a:endParaRPr lang="en-US" sz="12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</a:rPr>
                        <a:t>IHI completo (4 componentes + pesos)</a:t>
                      </a:r>
                      <a:endParaRPr lang="en-US" sz="12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 · 2 sem</a:t>
                      </a:r>
                      <a:endParaRPr lang="en-US" sz="115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ESS+IO+ERS</a:t>
                      </a:r>
                      <a:endParaRPr lang="en-US" sz="12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</a:rPr>
                        <a:t>sí</a:t>
                      </a:r>
                      <a:endParaRPr lang="en-US" sz="1200" dirty="0"/>
                    </a:p>
                  </a:txBody>
                  <a:tcPr marL="88900" marR="88900" marT="25400" marB="254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pocos días · M = semanas · L = mes+.  Lo barato (S) son ~1.5 semanas combinadas y se puede arrancar ya.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4864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· PopuliCom · documento interno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64240" y="64373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 RECOMENDADA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914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lo barato y seguro a lo valioso y nuevo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68680" y="187452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Semana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2157984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Barato y sin riesgo: renombrar a IHI, reencuadrar NSS y Polarización, y mostrar salud + crisis juntas.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172968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0815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Semanas 2–4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456432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Respaldado por datos: baseline empírico de DDECPR, ESS como motor del índice, backtest y reporte paralelo.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4471416"/>
            <a:ext cx="201168" cy="20116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437997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Semanas 5–12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4754880"/>
            <a:ext cx="10149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diferenciador: Issue Ownership → Escalation Risk → IHI completo de 4 componentes.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58978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construye:  </a:t>
            </a:r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taxonomía universal de 5 tipos y el multiplicador de crisis — los números no los respaldan.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Crítica Métricas Gobierno — Evaluación con datos</dc:title>
  <dc:subject>PptxGenJS Presentation</dc:subject>
  <dc:creator>PopuliCom · ECO</dc:creator>
  <cp:lastModifiedBy>PopuliCom · ECO</cp:lastModifiedBy>
  <cp:revision>1</cp:revision>
  <dcterms:created xsi:type="dcterms:W3CDTF">2026-05-27T13:40:36Z</dcterms:created>
  <dcterms:modified xsi:type="dcterms:W3CDTF">2026-05-27T13:40:36Z</dcterms:modified>
</cp:coreProperties>
</file>